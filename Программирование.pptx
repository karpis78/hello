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82B98E-516D-442E-AED3-B76A8C281E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E8F89-31D3-4582-871A-70D08C3253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44D536-EBC0-4B81-B5F3-F120EEF66D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A44BF9E-27FE-4B6A-93E7-2065AEF444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39762B7-C254-499B-836E-1082128AC9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799B56E-5147-4EA7-918C-43ED1D259E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7588C82-28FC-4C00-A2A2-F4193B999D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745B62D-8AA9-4093-8FA8-04CB7D19FA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6E2470F-210A-4848-BADC-3CB90FBFF2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F63C7BC-789B-4C73-AB63-373625DB79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76E3816-8E98-4228-9E3F-D39C04125F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A5B88A-568E-482E-B4F3-3C8B672E58A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2FE013-E98C-43CA-83FD-01B2235CED5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763F7B-C165-4ABD-B170-2BE33797A0F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760805-D714-4E4E-98C0-2C3C0DF6656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DC6CC7-909E-462B-A1D8-4594D7D4838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B6D04A-C9FB-40F2-B485-871F82B9AC0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363248-6EA1-4547-88BB-3EB231620E8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F62F82-C65F-4BAB-84E9-1A105D33040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EA4F65-0125-49C3-8038-3F4925ECA39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9B9BC1-573A-4588-8088-7DA31DE608E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75A2F5-8A9D-4F91-8932-A3229FDECC7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Shape 81"/>
          <p:cNvSpPr/>
          <p:nvPr/>
        </p:nvSpPr>
        <p:spPr>
          <a:xfrm>
            <a:off x="1014120" y="2894400"/>
            <a:ext cx="8862120" cy="30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длины стороны квадрата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side * side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5240" cy="27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1" name="Shape 84"/>
          <p:cNvSpPr/>
          <p:nvPr/>
        </p:nvSpPr>
        <p:spPr>
          <a:xfrm>
            <a:off x="853920" y="2784240"/>
            <a:ext cx="3599640" cy="36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#Ввод длин сторон прямоугольника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прямоугольника:",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23360" y="487800"/>
            <a:ext cx="10515240" cy="211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Shape 87"/>
          <p:cNvSpPr/>
          <p:nvPr/>
        </p:nvSpPr>
        <p:spPr>
          <a:xfrm>
            <a:off x="486000" y="265932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5240" cy="18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5" name="Shape 90"/>
          <p:cNvSpPr/>
          <p:nvPr/>
        </p:nvSpPr>
        <p:spPr>
          <a:xfrm>
            <a:off x="816120" y="257904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1800" y="-595080"/>
            <a:ext cx="10515240" cy="30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28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Shape 93"/>
          <p:cNvSpPr/>
          <p:nvPr/>
        </p:nvSpPr>
        <p:spPr>
          <a:xfrm>
            <a:off x="2476440" y="1198800"/>
            <a:ext cx="3599640" cy="46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Ввод длин катетов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Вычисление гипотенузы по теореме Пифагора: c = sqrt(a^2 + b^2)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Вычисление площади: S = (a * b) / 2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print(f"Гипотенуза: {hypotenuse}")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print(f"Площадь: {area}")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4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9" name="Shape 96"/>
          <p:cNvSpPr/>
          <p:nvPr/>
        </p:nvSpPr>
        <p:spPr>
          <a:xfrm>
            <a:off x="882000" y="3497760"/>
            <a:ext cx="359964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числа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квадратов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через запятую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5240" cy="232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1" name="Shape 99"/>
          <p:cNvSpPr/>
          <p:nvPr/>
        </p:nvSpPr>
        <p:spPr>
          <a:xfrm>
            <a:off x="834840" y="3177360"/>
            <a:ext cx="3599640" cy="25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года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високосный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524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3" name="Shape 102"/>
          <p:cNvSpPr/>
          <p:nvPr/>
        </p:nvSpPr>
        <p:spPr>
          <a:xfrm>
            <a:off x="570960" y="3252600"/>
            <a:ext cx="3599640" cy="31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целого числа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четность с помощью оператора остатка от деления (%)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2080" y="443160"/>
            <a:ext cx="10515240" cy="29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5" name="Shape 105"/>
          <p:cNvSpPr/>
          <p:nvPr/>
        </p:nvSpPr>
        <p:spPr>
          <a:xfrm>
            <a:off x="627480" y="3459960"/>
            <a:ext cx="3599640" cy="55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условия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первое меньше второго, вычисляем сумму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Иначе (если первое больше или равно второму) вычисляем разность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1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Shape 108"/>
          <p:cNvSpPr/>
          <p:nvPr/>
        </p:nvSpPr>
        <p:spPr>
          <a:xfrm>
            <a:off x="919800" y="3148920"/>
            <a:ext cx="35996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9" name="Shape 111"/>
          <p:cNvSpPr/>
          <p:nvPr/>
        </p:nvSpPr>
        <p:spPr>
          <a:xfrm>
            <a:off x="938520" y="249804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= 0  # Счетчик четных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79880" y="252720"/>
            <a:ext cx="10515240" cy="23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Shape 114"/>
          <p:cNvSpPr/>
          <p:nvPr/>
        </p:nvSpPr>
        <p:spPr>
          <a:xfrm>
            <a:off x="759600" y="2752920"/>
            <a:ext cx="3599640" cy="64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780080" y="780120"/>
            <a:ext cx="6167520" cy="25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Shape 117"/>
          <p:cNvSpPr/>
          <p:nvPr/>
        </p:nvSpPr>
        <p:spPr>
          <a:xfrm>
            <a:off x="674640" y="857160"/>
            <a:ext cx="3599640" cy="9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переменных для хранения максимума и минимума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Используем None, чтобы правильно обработать первое введенное число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Для первого числа устанавливаем и максимум, и минимум равными 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max_num is None or num &gt; max_num: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min_num is None or num &lt; min_num: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разницы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469040" y="990360"/>
            <a:ext cx="662040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5" name="Shape 120"/>
          <p:cNvSpPr/>
          <p:nvPr/>
        </p:nvSpPr>
        <p:spPr>
          <a:xfrm>
            <a:off x="608760" y="1253160"/>
            <a:ext cx="3599640" cy="74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Создаем пустой список для хранения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 в массиве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max_element = max(A)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Подсчитываем количество элементов, равных максимальному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count_max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num in A: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== max_element: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count_max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16000" y="2581200"/>
            <a:ext cx="6843960" cy="15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7" name="Shape 123"/>
          <p:cNvSpPr/>
          <p:nvPr/>
        </p:nvSpPr>
        <p:spPr>
          <a:xfrm>
            <a:off x="7519320" y="-2063160"/>
            <a:ext cx="3599640" cy="10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списка и переменных для сумм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sum_even_indices = 0  # Сумма элементов с четными индексами (0, 2, 4...)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sum_odd_indices = 0   # Сумма элементов с нечетными индексами (1, 3, 5...)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int(input(f"Элемент с индексом {i}: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 четность индекса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i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sum_even_indices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sum_odd_indices +=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sum_even_indices - sum_odd_indices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четными индексами: {sum_even_indices}")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нечетными индексами: {sum_odd_indices}")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 (четные индексы - нечетные индексы):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10000" y="374400"/>
            <a:ext cx="1051524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Shape 126"/>
          <p:cNvSpPr/>
          <p:nvPr/>
        </p:nvSpPr>
        <p:spPr>
          <a:xfrm>
            <a:off x="957600" y="297900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Проходим по каждому символу в тексте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Проверка, является ли символ цифрой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2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Shape 129"/>
          <p:cNvSpPr/>
          <p:nvPr/>
        </p:nvSpPr>
        <p:spPr>
          <a:xfrm>
            <a:off x="948240" y="311112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Удаление всех пробелов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27040" y="374400"/>
            <a:ext cx="10515240" cy="23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3" name="Shape 132"/>
          <p:cNvSpPr/>
          <p:nvPr/>
        </p:nvSpPr>
        <p:spPr>
          <a:xfrm>
            <a:off x="665280" y="326196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Разбиваем строку на слова.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print("Первое слово:", words[0])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74200" y="431280"/>
            <a:ext cx="10515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5" name="Shape 135"/>
          <p:cNvSpPr/>
          <p:nvPr/>
        </p:nvSpPr>
        <p:spPr>
          <a:xfrm>
            <a:off x="646200" y="2960280"/>
            <a:ext cx="3599640" cy="61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Имя файла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Запись текста в файл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'w' (write) означает режим записи. Если файла нет, он создастся.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файл есть, его содержимое будет перезаписано.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encoding='utf-8' нужен для корректной работы с русским языком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print(f"Текст успешно записан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375520" y="346320"/>
            <a:ext cx="6401160" cy="23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7" name="Shape 138"/>
          <p:cNvSpPr/>
          <p:nvPr/>
        </p:nvSpPr>
        <p:spPr>
          <a:xfrm>
            <a:off x="285120" y="-3531960"/>
            <a:ext cx="9625320" cy="134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39120" y="0"/>
            <a:ext cx="4562280" cy="9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def main():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print("=== Игра: Компьютер угадывает ваше число ===")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print("Загадайте целое число, а я попробую его отгадать.")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1. Получение диапазона от пользователя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(N): "))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(M): "))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print("Ошибка: N не может быть больше M. Попробуйте снова.")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print("Пожалуйста, введите целые числа.")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print(f"\nОтлично! Ваше число находится в диапазоне [{N}, {M}].")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print("Отвечайте на мои вопросы:")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print("'y' или 'д' — если Да")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print("'n' или 'н' — если Нет")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print("'q' — если я ошибся и хочу начать заново\n")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2. Инициализация границ поиска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low = N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high = M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attempts = 0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3. Цикл бинарного поиска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while low &lt;= high: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attempts += 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Находим середину текущего диапазона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Используем целочисленное деление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mid = (low + high) // 2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Если диапазон схлопнулся в одно число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low == high: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print(f"Ваше число: {low}?")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confirm = input("Это верно? (y/n): ").lower()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confirm in ['y', 'д', 'yes']: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print(f"Ура! Я угадал число {low} за {attempts} попыток!")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print("Похоже, вы ошиблись в ответах ранее, так как других вариантов нет.")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#Задаем вопрос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question = f"Ваше число больше {mid}?"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answer = input(f"{question} (y/n): ").lower()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answer in ['q', 'quit', 'выход']: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print("Игра завершена.")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answer in ['y', 'д', 'yes']: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Число больше mid, значит нижняя граница сдвигается на mid + 1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low = mid + 1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elif answer in ['n', 'н', 'no']: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# Число не больше mid (значит меньше или равно), верхняя граница становится mid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high = mid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print("Непонятный ответ. Пожалуйста, используйте 'y' (да) или 'n' (нет).")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attempts -= 1 # Не считаем эту попытку#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print("Что-то пошло не так. Проверьте, честно ли вы отвечали на вопросы!")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if __name__ == "__main__":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Arial"/>
              </a:rPr>
              <a:t>main()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53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2026-05-16T13:51:45Z</dcterms:modified>
  <cp:revision>1</cp:revision>
  <dc:subject/>
  <dc:title/>
</cp:coreProperties>
</file>