
<file path=[Content_Types].xml><?xml version="1.0" encoding="utf-8"?>
<Types xmlns="http://schemas.openxmlformats.org/package/2006/content-types">
  <Default ContentType="image/jpeg" Extension="jpe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horz" pos="2160"/>
        <p:guide orient="vert" pos="2880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tableStyles.xml" Type="http://schemas.openxmlformats.org/officeDocument/2006/relationships/tableStyles"/>
  <Relationship Id="rId13" Target="slides/slide11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2" Target="slideMasters/slideMaster1.xml" Type="http://schemas.openxmlformats.org/officeDocument/2006/relationships/slideMaster"/>
  <Relationship Id="rId9" Target="slides/slide7.xml" Type="http://schemas.openxmlformats.org/officeDocument/2006/relationships/slide"/>
  <Relationship Id="rId15" Target="viewProps.xml" Type="http://schemas.openxmlformats.org/officeDocument/2006/relationships/viewProps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1" name="GroupShape 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" name="Shape 12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13" name="Shape 13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14" name="Shape 1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5" name="Shape 1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6" name="Shape 1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7D2AE69-7EE2-4D7D-A322-E36DBFB951E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35" name="GroupShape 3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6" name="Shape 3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37" name="Shape 3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8" name="Shape 3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9" name="Shape 3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0" name="Shape 4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F6BA86E-929C-4898-8671-3B76E5B2B8E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54" name="GroupShape 5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5" name="Shape 55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56" name="Shape 56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57" name="Shape 5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8" name="Shape 5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9" name="Shape 5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B187012-5542-441F-981F-F5EB1EB2B72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19" name="Shape 1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0" name="Shape 2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1" name="Shape 2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B7683ED6-085D-4A2E-8E64-8DFBCAA6F63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41" name="GroupShape 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2" name="Shape 4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43" name="Shape 4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4" name="Shape 44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5" name="Shape 4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6" name="Shape 4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7" name="Shape 4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EDFD082-D0B4-4396-BA6A-C73DD087BF1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9" name="Shape 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0" name="Shape 1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5D7F20C-FF1F-43F3-9503-099EA3FE507A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60" name="GroupShape 6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1" name="Shape 6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2" name="Shape 62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3" name="Shape 63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4" name="Shape 64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5" name="Shape 65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6" name="Shape 6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7" name="Shape 6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8" name="Shape 6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CA4374D-8D6C-4C56-9AE6-A3AF0A93BBB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69" name="GroupShape 6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0" name="Shape 70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71" name="Shape 71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2" name="Shape 72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E5CE264-023B-4250-A2D3-4D56EF2CC7E8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28" name="GroupShape 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9" name="Shape 29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30" name="Shape 30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31" name="Shape 31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2" name="Shape 3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3" name="Shape 3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4" name="Shape 3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DE25B37-ACA3-46D3-AB71-F72AAFB5FE14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22" name="GroupShape 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" name="Shape 2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4" name="Shape 24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25" name="Shape 2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6" name="Shape 2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7" name="Shape 2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3F60622-7B08-4DA9-B7E4-2FB2F1F89DB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48" name="GroupShape 4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9" name="Shape 49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0" name="Shape 50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1" name="Shape 5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2" name="Shape 5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3" name="Shape 5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B71B95A-E1E0-4ADD-A72B-237F06712A15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1423C8-250F-408C-8F9A-CCD188E23039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media/1.jpe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4400"/>
              <a:t>Праздничная презентация</a:t>
            </a:r>
            <a:endParaRPr b="true" sz="4400"/>
          </a:p>
        </p:txBody>
      </p:sp>
      <p:sp>
        <p:nvSpPr>
          <p:cNvPr hidden="false" id="78" name="Shape 78"/>
          <p:cNvSpPr txBox="true"/>
          <p:nvPr isPhoto="false">
            <p:ph idx="1" type="sub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 indent="0" marL="0">
              <a:buFont typeface="Arial"/>
              <a:buNone/>
            </a:pPr>
            <a:r>
              <a:t>23 Февраля и 8 Марта</a:t>
            </a:r>
          </a:p>
        </p:txBody>
      </p:sp>
      <p:sp>
        <p:nvSpPr>
          <p:cNvPr hidden="false" id="79" name="Shape 79"/>
          <p:cNvSpPr txBox="true"/>
          <p:nvPr isPhoto="false"/>
        </p:nvSpPr>
        <p:spPr>
          <a:xfrm flipH="false" flipV="false" rot="0">
            <a:off x="2790824" y="63827"/>
            <a:ext cx="3590925" cy="2395147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0" name="GroupShape 8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1" name="Shape 8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B40000"/>
                </a:solidFill>
              </a:rPr>
              <a:t>23 Февраля — День защитника Отечества</a:t>
            </a:r>
            <a:endParaRPr b="true" sz="3200">
              <a:solidFill>
                <a:srgbClr val="B40000"/>
              </a:solidFill>
            </a:endParaRPr>
          </a:p>
        </p:txBody>
      </p:sp>
      <p:sp>
        <p:nvSpPr>
          <p:cNvPr hidden="false" id="82" name="Shape 82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113506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Ежегодно 23 февраля в России отмечается День защитника Отечества. Этот праздник посвящён всем, кто охраняет мир и безопасность нашей страны.</a:t>
            </a:r>
            <a:endParaRPr sz="2000"/>
          </a:p>
        </p:txBody>
      </p:sp>
      <p:sp>
        <p:nvSpPr>
          <p:cNvPr hidden="false" id="83" name="Shape 83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4" name="GroupShape 8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5" name="Shape 8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B40000"/>
                </a:solidFill>
              </a:rPr>
              <a:t>История праздника</a:t>
            </a:r>
            <a:endParaRPr b="true" sz="3200">
              <a:solidFill>
                <a:srgbClr val="B40000"/>
              </a:solidFill>
            </a:endParaRPr>
          </a:p>
        </p:txBody>
      </p:sp>
      <p:sp>
        <p:nvSpPr>
          <p:cNvPr hidden="false" id="86" name="Shape 86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111601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Праздник был учреждён в 1918 году как День Красной Армии. Сегодня он символизирует мужество, доблесть и верность Родине.</a:t>
            </a:r>
            <a:endParaRPr sz="2000"/>
          </a:p>
        </p:txBody>
      </p:sp>
      <p:sp>
        <p:nvSpPr>
          <p:cNvPr hidden="false" id="87" name="Shape 87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8" name="GroupShape 8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9" name="Shape 8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B40000"/>
                </a:solidFill>
              </a:rPr>
              <a:t>Кого поздравляем</a:t>
            </a:r>
            <a:endParaRPr b="true" sz="3200">
              <a:solidFill>
                <a:srgbClr val="B40000"/>
              </a:solidFill>
            </a:endParaRPr>
          </a:p>
        </p:txBody>
      </p:sp>
      <p:sp>
        <p:nvSpPr>
          <p:cNvPr hidden="false" id="90" name="Shape 90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103981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В этот день поздравляют военнослужащих, ветеранов, а также всех мужчин — как нынешних и будущих защитников.</a:t>
            </a:r>
            <a:endParaRPr sz="2000"/>
          </a:p>
        </p:txBody>
      </p:sp>
      <p:sp>
        <p:nvSpPr>
          <p:cNvPr hidden="false" id="91" name="Shape 91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2" name="GroupShape 9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3" name="Shape 9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B40000"/>
                </a:solidFill>
              </a:rPr>
              <a:t>Традиции празднования</a:t>
            </a:r>
            <a:endParaRPr b="true" sz="3200">
              <a:solidFill>
                <a:srgbClr val="B40000"/>
              </a:solidFill>
            </a:endParaRPr>
          </a:p>
        </p:txBody>
      </p:sp>
      <p:sp>
        <p:nvSpPr>
          <p:cNvPr hidden="false" id="94" name="Shape 94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94456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Проводятся торжественные мероприятия, возложения цветов к памятникам, праздничные концерты и поздравления близких.</a:t>
            </a:r>
            <a:endParaRPr sz="2000"/>
          </a:p>
        </p:txBody>
      </p:sp>
      <p:sp>
        <p:nvSpPr>
          <p:cNvPr hidden="false" id="95" name="Shape 95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6" name="GroupShape 9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7" name="Shape 9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B40000"/>
                </a:solidFill>
              </a:rPr>
              <a:t>Поздравление</a:t>
            </a:r>
            <a:endParaRPr b="true" sz="3200">
              <a:solidFill>
                <a:srgbClr val="B40000"/>
              </a:solidFill>
            </a:endParaRPr>
          </a:p>
        </p:txBody>
      </p:sp>
      <p:sp>
        <p:nvSpPr>
          <p:cNvPr hidden="false" id="98" name="Shape 98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75406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Желаем крепкого здоровья, мира, благополучия и успехов во всех начинаниях! С праздником!</a:t>
            </a:r>
            <a:endParaRPr sz="2000"/>
          </a:p>
        </p:txBody>
      </p:sp>
      <p:sp>
        <p:nvSpPr>
          <p:cNvPr hidden="false" id="99" name="Shape 99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0" name="GroupShape 10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1" name="Shape 10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C71585"/>
                </a:solidFill>
              </a:rPr>
              <a:t>8 Марта — Международный женский день</a:t>
            </a:r>
            <a:endParaRPr b="true" sz="3200">
              <a:solidFill>
                <a:srgbClr val="C71585"/>
              </a:solidFill>
            </a:endParaRPr>
          </a:p>
        </p:txBody>
      </p:sp>
      <p:sp>
        <p:nvSpPr>
          <p:cNvPr hidden="false" id="102" name="Shape 102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763588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8 Марта — праздник весны, внимания и заботы о женщинах. В этот день выражают любовь, уважение и благодарность.</a:t>
            </a:r>
            <a:endParaRPr sz="2000"/>
          </a:p>
        </p:txBody>
      </p:sp>
      <p:sp>
        <p:nvSpPr>
          <p:cNvPr hidden="false" id="103" name="Shape 103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4" name="GroupShape 10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5" name="Shape 10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C71585"/>
                </a:solidFill>
              </a:rPr>
              <a:t>История праздника</a:t>
            </a:r>
            <a:endParaRPr b="true" sz="3200">
              <a:solidFill>
                <a:srgbClr val="C71585"/>
              </a:solidFill>
            </a:endParaRPr>
          </a:p>
        </p:txBody>
      </p:sp>
      <p:sp>
        <p:nvSpPr>
          <p:cNvPr hidden="false" id="106" name="Shape 106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136366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Впервые отмечен в 1913 году. С 1975 года ООН официально признала 8 Марта Международным женским днём.</a:t>
            </a:r>
            <a:endParaRPr sz="2000"/>
          </a:p>
        </p:txBody>
      </p:sp>
      <p:sp>
        <p:nvSpPr>
          <p:cNvPr hidden="false" id="107" name="Shape 107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8" name="GroupShape 10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9" name="Shape 10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C71585"/>
                </a:solidFill>
              </a:rPr>
              <a:t>Кого поздравляем</a:t>
            </a:r>
            <a:endParaRPr b="true" sz="3200">
              <a:solidFill>
                <a:srgbClr val="C71585"/>
              </a:solidFill>
            </a:endParaRPr>
          </a:p>
        </p:txBody>
      </p:sp>
      <p:sp>
        <p:nvSpPr>
          <p:cNvPr hidden="false" id="110" name="Shape 110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Поздравляем мам, бабушек, сестёр, жён, дочерей, подруг и коллег — всех женщин, кто делает мир ярче.</a:t>
            </a:r>
            <a:endParaRPr sz="2000"/>
          </a:p>
        </p:txBody>
      </p:sp>
      <p:sp>
        <p:nvSpPr>
          <p:cNvPr hidden="false" id="111" name="Shape 111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2" name="GroupShape 1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3" name="Shape 11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C71585"/>
                </a:solidFill>
              </a:rPr>
              <a:t>Традиции празднования</a:t>
            </a:r>
            <a:endParaRPr b="true" sz="3200">
              <a:solidFill>
                <a:srgbClr val="C71585"/>
              </a:solidFill>
            </a:endParaRPr>
          </a:p>
        </p:txBody>
      </p:sp>
      <p:sp>
        <p:nvSpPr>
          <p:cNvPr hidden="false" id="114" name="Shape 114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Принято дарить цветы, подарки, открытки. Устраиваются концерты, праздничные мероприятия и семейные торжества.</a:t>
            </a:r>
            <a:endParaRPr sz="2000"/>
          </a:p>
        </p:txBody>
      </p:sp>
      <p:sp>
        <p:nvSpPr>
          <p:cNvPr hidden="false" id="115" name="Shape 115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6" name="GroupShape 1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7" name="Shape 11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200">
                <a:solidFill>
                  <a:srgbClr val="C71585"/>
                </a:solidFill>
              </a:rPr>
              <a:t>Поздравление</a:t>
            </a:r>
            <a:endParaRPr b="true" sz="3200">
              <a:solidFill>
                <a:srgbClr val="C71585"/>
              </a:solidFill>
            </a:endParaRPr>
          </a:p>
        </p:txBody>
      </p:sp>
      <p:sp>
        <p:nvSpPr>
          <p:cNvPr hidden="false" id="118" name="Shape 11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342900" marL="342900">
              <a:buFont typeface="Arial"/>
              <a:buChar char="•"/>
            </a:pPr>
            <a:r>
              <a:rPr sz="2000"/>
              <a:t>Желаем счастья, любви, здоровья, красоты и исполнения самых заветных желаний! С 8 Марта!</a:t>
            </a:r>
            <a:endParaRPr sz="2000"/>
          </a:p>
        </p:txBody>
      </p:sp>
      <p:sp>
        <p:nvSpPr>
          <p:cNvPr hidden="false" id="119" name="Shape 119"/>
          <p:cNvSpPr txBox="true"/>
          <p:nvPr isPhoto="false"/>
        </p:nvSpPr>
        <p:spPr>
          <a:xfrm flipH="false" flipV="false" rot="0">
            <a:off x="2162174" y="3117751"/>
            <a:ext cx="4867275" cy="3246472"/>
          </a:xfrm>
          <a:prstGeom prst="rect">
            <a:avLst/>
          </a:prstGeom>
          <a:blipFill>
            <a:blip r:embed="rId1"/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MyOffice-CoreFramework-Linux/38-1384.1107.10199.1019.1@18975027e3ee4b688e27426d4a78178cb841a344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2013-01-27T09:15:58Z</dcterms:modified>
</cp:coreProperties>
</file>